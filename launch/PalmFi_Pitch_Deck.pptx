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0F0F0"/>
                </a:solidFill>
                <a:latin typeface="Calibri"/>
              </a:defRPr>
            </a:pPr>
            <a:r>
              <a:t>🌴  PalmFi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0B981"/>
                </a:solidFill>
                <a:latin typeface="Calibri"/>
              </a:defRPr>
            </a:pPr>
            <a:r>
              <a:t>AI-Native Personal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Zero Humans  ·  Better Outcomes  ·  The Bank of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62M Americans are 'credit invisible' or have thin credit files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Traditional lenders rely on FICO-only scoring → misses millions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Even modern lenders (SoFi, LendingClub, Upstart) use manual processes for edge cases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Borrowers overpay or get declined → massive underserved market gap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Result: $200B+ personal loan market is inefficiently 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PalmFi = Fully automated consumer lending platform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Borrower applies online → ML underwriting in &lt;50ms → instant decision → same-day funding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No human touch needed for origination, scoring, or basic servicing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Live demo: palm.ngrok.app</a:t>
            </a: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●  42/44 E2E tests passing — production-ready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Underwriting Moat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Pure ML Ensemble: Decision Tree + Logistic Regression +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AUC: 0.756 — strong discrimination between good/bad borrowers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10+ features: income, DTI, utilization, cash flow, employment, credit history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Cash flow analysis — bank transaction scoring for thin-file borrowers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No GPU needed — runs on $5/mo VPS, &lt;50ms per decision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Integrated: rate improvement, income-share hybrids, niche lending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Product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5-step application flow (ID → Employment → Financials → Loan → Review)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Instant scoring + decisioning with explainable results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Stripe payment portal with auto-pay and saved cards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Rate improvement — automatic APR drops for on-time payments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Income-share hybrid loans (pay % of income instead of fixed payment)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Niche lending flows (gig worker, immigrant, medical borrowers)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Auto-collections with graduated stages and escalation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Full admin dashboard (portfolio, risk analytics, applications, borrowers)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Calibri"/>
              </a:defRPr>
            </a:pPr>
            <a:r>
              <a:t>Total Addressable Market: $200B+ US personal loan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Serviceable Addressable Market: $50B underserved/thin-file 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Target: Borrowers with FICO 580-720 who traditional lenders decline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Revenue Model: 18-29% APR origination + late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Calibri"/>
              </a:defRPr>
            </a:pPr>
            <a:r>
              <a:t>Key Insight: Credit invisible + thin-file borrowers grow 8% YoY while bank coverage shrinks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Average loan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$2,000 – $10,000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APR range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18% – 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Expected default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5% – 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Net return on capital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12% – 18%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Cost per loan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~$0.50 (fully automated)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60% – 80%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Platform: 42/44 E2E tests passing — production-ready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Underwriting: AUC 0.756 on validation set (synthetic + augmented data)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Full borrower portal live: apply, dashboard, payments, KYC, bank connection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Complete admin suite: portfolio analytics, risk tracking, collections, funding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Payments: Stripe-integrated with auto-pay, webhooks, mock mode ready for live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Compliance framework: TILA disclosures, state licensing, e-sign, identity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Autopilot: Daily automated collections, funding, KYC, fraud checks running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Status: MVP complete — seeking launch capital for first 25-50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Go-to-Market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Phase 1 (Months 1-3): Texas license → 10 pilot loans → prove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Phase 2 (Months 4-6): 50 loans → $100k portfolio → refine underwriting with real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Phase 3 (Months 7-12): Scale to 200+ loans → multi-state → raise institutional debt facility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Phase 4 (Year 2): 1,000+ loans → $5M+ portfolio → Series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36576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Player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Weakness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SoFi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Brand, capital, $50B+ originated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High overhead, manual edge cases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LendingClub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Marketplace model, 20+ years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Platform fees, slow decisions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Upstart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AI underwriting (public)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Enterprise-sold, not direct lending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PalmFi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Fully automated, thin-file focus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New entrant, small capital 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Cash flow scoring, AUC 0.756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Need licensing for scale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Raise: $XXX,XXX debt facility for loan originations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Calibri"/>
              </a:defRPr>
            </a:pPr>
            <a:r>
              <a:t>Use of Funds: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Fund 25-50 pilot loans to prove real-world unit economics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State licensing fees (Texas, Florida — ~$5k)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Legal &amp; compliance counsel (~$10k)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KYC/identity vendor integration (~$3k)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Technology infrastructure (domain, hosting, Stripe fees ~$2k)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017"/>
                </a:solidFill>
                <a:latin typeface="Calibri"/>
              </a:defRPr>
            </a:pPr>
            <a:r>
              <a:t>Structure: Secured note or revenue-share  |  Target return: 8-15% APR  |  Operator takes first-loss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Founder &amp;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[Your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Built the entire PalmFi platform end-to-end — underwriting, web app, payments, compliance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Full-stack development + ML engineering + fintech operations experience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Previously built credit underwriting models and production fintech systems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Deep understanding of lending economics, risk modeling, and regulatory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✅  Platform MVP — 42/44 tests passing, full borrower + admin portal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✅  Underwriting engine — AUC 0.756, 10+ features, &lt;50ms decisions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🔄  LLC formation + bank account + Stripe registration (in progress)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⏳  Texas lending license application (6-8 weeks)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⏳  First 10 pilot loans funded — prove real-world unit economics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⏳  Performance data collection for investor-grade loss curves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🔭  Multi-state expansion (Florida, Nevada, Arizona)</a:t>
            </a:r>
          </a:p>
          <a:p>
            <a:pPr>
              <a:spcAft>
                <a:spcPts val="6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●  🔭  Raise $1M+ institutional debt facility for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  <a:latin typeface="Calibri"/>
              </a:defRPr>
            </a:pPr>
            <a:r>
              <a:t>We're building the bank of the future — AI-native, zero humans, for everyone.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Live Demo: palm.ngrok.app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[Your email]  ·  [Your LinkedIn]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|  Confidential  |  Page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